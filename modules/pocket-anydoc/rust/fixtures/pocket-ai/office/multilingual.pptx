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E0950-8AAA-4176-A49C-1AD12A3873AB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2DA1F0-2FFA-4F2C-9B0C-A7DC96EED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237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sentinel NOTES-742.</a:t>
            </a: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DA1F0-2FFA-4F2C-9B0C-A7DC96EED02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695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Untitled slide speaker note.</a:t>
            </a: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2DA1F0-2FFA-4F2C-9B0C-A7DC96EED02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8485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B652-5A1B-C0F8-9484-7BA3B64A4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2893E-890E-3F9D-50D3-18C094B92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014BA-997F-D303-0710-D6E67CE5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8BB0D-D832-DA59-298F-0B324EBA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4B37C-B15A-9AD8-B2F9-FC24B536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4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1B17-AA0A-2876-A647-834FD4B5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CC5DA-FFC8-E175-1A32-E69D03FA7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C7E6-47F8-758E-AE94-F0B7DC809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02974-3EB5-08EC-4CB4-6305520DD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10D24-E215-BD52-0451-845644B5A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24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C1A6-8D94-80F0-3E67-FC8ACE93F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6D187-8AF5-64BB-4EA3-0C3A01A51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1E00B-277C-3DC3-1268-010D5755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C6795-7698-4138-9B1A-D6F0EE5B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CF65A-F943-0C85-FDD1-66553244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5908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05E-38FF-87AD-14ED-C00BBB88C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0BCD4-4C17-DBF7-4A59-C9F7D24F5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B2F9B-6F6F-6DC6-0C2E-83474BA05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99708-AC6F-1F78-638C-7F9D49C0B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B2C2C-AD19-B89F-D031-E92EEA06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4DCB0-F28F-7209-B471-28FE0BF7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96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4327-0CE8-EF03-D9DB-7D236CECD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AEB1A-D9CF-3444-6573-FDE3BD4C8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27598-979D-41C5-659D-5E90F54B2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4414D2-43B3-4C0D-0252-5D1C3A87D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30D3AD-047D-5307-A292-CB3E49536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DF66F3-46EC-4C6E-509F-3E64201C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3161C-D447-30E9-5BF1-992D9776D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4FDA2B-1D7E-E3D8-82EA-290CB7E0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7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881E8-C40F-8A86-1429-AF3F2014A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054D9-AC1D-9D1E-B4D1-50B3F497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763E8-7BFC-5515-7506-E107BAB5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3FFA01-B1F0-306A-92E5-3B84990F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9720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9448B-ADEA-A1E0-7A96-55F188BD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CDCC9-D232-FDF1-730D-95EA5A2B1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7B030-FD38-8FFD-43D0-9674C4D1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13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8294-7382-C077-5A6B-C83F982E5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857CE-D101-5182-FED5-56A6757E6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69150-0A86-79E9-EA49-4625F110D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99C47-A05A-80C5-BE3F-8728A039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9986F-9C7F-3793-F8F1-FC5AD8FA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A34D9-879E-7D3F-25A8-800680C30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056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D72CB-797D-6188-E194-051129E4E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BFC8F7-8F42-95C7-1FC9-54B6D0D54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8BCCE-4D7D-3501-19C8-4DE0AEB52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CFFA2-5A5E-51C7-4785-342868B68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15F4D-F538-412D-A065-09476719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DFB1A-2762-2DBA-ADED-E6F6E3EDA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16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7E592-27AB-1226-899E-38E67CDA8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F96E7-3CCF-BF83-5C3D-D5DEEE5A0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51267-CAD2-44F9-744D-75C668C3C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CBDA-48BC-35C0-3978-F2D62BF06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C07D0-9886-D67F-D072-93ED648ED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4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1AC1B1-108B-3F7A-E400-825F7E9AF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9D865-4694-DAB5-24B2-8683C5587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05FEE-192F-5189-61DC-6898A133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EB9F-4878-97A0-05FA-DEE91387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28C1E-9F21-7F94-3321-9FEE8F35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159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762F2-F5F0-2868-29AE-65819126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433C9-88F7-9E4C-7851-906CE98DA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A0270-C01D-13E5-BFF5-B13A89FEF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9A9DD-0584-4252-B1C5-70A326F168F6}" type="datetimeFigureOut">
              <a:rPr lang="ru-RU" smtClean="0"/>
              <a:t>07.08.2026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645FA-EB75-29DB-D98F-C46711352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8A56E-BEBD-AF54-70DD-905E9C8D6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A48BD-EF37-41B8-8ABE-42510A8118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69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28D9D-2886-A5FB-FC8C-B819D8580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Titled slide ORCHID-742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EBF92-D8CF-F5EF-227C-75399BE76E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/>
              <a:t>Русский ОРХИДЕЯ-742 | </a:t>
            </a:r>
            <a:r>
              <a:rPr lang="ar-AE"/>
              <a:t>العربية أوركيد-742 | </a:t>
            </a:r>
            <a:r>
              <a:rPr lang="ja-JP" altLang="en-US"/>
              <a:t>中文 兰花</a:t>
            </a:r>
            <a:r>
              <a:rPr lang="en-US" altLang="ja-JP"/>
              <a:t>-742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78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4B44A-7C9B-7533-36A5-9AF3CD0BEA7B}"/>
              </a:ext>
            </a:extLst>
          </p:cNvPr>
          <p:cNvSpPr txBox="1"/>
          <p:nvPr/>
        </p:nvSpPr>
        <p:spPr>
          <a:xfrm>
            <a:off x="508000" y="762000"/>
            <a:ext cx="7620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Untitled slide body
1. First item
2. Second item
ZEBRA-MIDDLE-742</a:t>
            </a:r>
            <a:endParaRPr lang="ru-RU"/>
          </a:p>
        </p:txBody>
      </p:sp>
      <p:pic>
        <p:nvPicPr>
          <p:cNvPr id="4" name="Picture 3" descr="Embedded JPEG slide sentinel ORCHID-IMAGE-JPEG">
            <a:extLst>
              <a:ext uri="{FF2B5EF4-FFF2-40B4-BE49-F238E27FC236}">
                <a16:creationId xmlns:a16="http://schemas.microsoft.com/office/drawing/2014/main" id="{4828F0F5-EE83-88F5-5DC2-6A4B4FFB516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3302000"/>
            <a:ext cx="24384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7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50C8-FF73-24EE-E2E8-D3804F5A5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slide ZEBRA-END-991</a:t>
            </a:r>
            <a:endParaRPr lang="ru-RU"/>
          </a:p>
        </p:txBody>
      </p:sp>
      <p:pic>
        <p:nvPicPr>
          <p:cNvPr id="4" name="Picture 3" descr="Embedded PNG slide sentinel ORCHID-IMAGE-PNG">
            <a:extLst>
              <a:ext uri="{FF2B5EF4-FFF2-40B4-BE49-F238E27FC236}">
                <a16:creationId xmlns:a16="http://schemas.microsoft.com/office/drawing/2014/main" id="{BFC1DCEC-296C-D592-0828-05B5260498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2286000"/>
            <a:ext cx="24384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58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Microsoft Office PowerPoint</Application>
  <PresentationFormat>Widescreen</PresentationFormat>
  <Paragraphs>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Titled slide ORCHID-742</vt:lpstr>
      <vt:lpstr>PowerPoint Presentation</vt:lpstr>
      <vt:lpstr>Final slide ZEBRA-END-991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Сурков</dc:creator>
  <cp:lastModifiedBy>Андрей Сурков</cp:lastModifiedBy>
  <cp:revision>1</cp:revision>
  <dcterms:created xsi:type="dcterms:W3CDTF">2026-08-07T11:53:36Z</dcterms:created>
  <dcterms:modified xsi:type="dcterms:W3CDTF">2026-08-07T11:53:37Z</dcterms:modified>
</cp:coreProperties>
</file>