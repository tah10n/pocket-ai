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C6B2-C003-71F3-3FC0-34677D920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2E228-346B-554B-3CEB-E7BCA82C5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4A279-E051-0C57-653C-B9127293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8B033-D2F8-2F39-1E0A-196573A4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488E-DE7C-967B-9B19-2BA29C7B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036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1DA0-EF1D-079A-0A7C-B2F0DB1E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3B9FB-05F1-5CAF-9F4F-AB922A860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DFCA9-14E7-3CE4-875B-1B3038B3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0B851-2F06-34FD-4AA1-5B8DCF74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B8A05-DB1C-9FE1-9CFF-4D18A955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83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CCF0-96E2-ABE4-1188-BD9743F02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9DA50-926A-5F8A-24F0-8ABEB925E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F276F-DF74-DD17-60C4-97E37A95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0A473-11BD-022D-C465-520685A3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6A165-B03F-3513-876D-7424F62B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678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F4B79-58A4-746D-703F-356600AF5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B06FB-FC16-87C2-B75B-B61E22A8A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4936E-5DA1-DC40-AFDA-1151B2784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FFAE3-2028-4729-A2FD-FA1D8128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B6CF1-4090-75F2-FFE5-5EF6A80C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898CE-A786-7696-0848-CC40C85E7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00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1CD8-9353-58A3-42D3-BD12C4A70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6745A-2D03-4E11-BDF6-A1C39929B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5A3AF-4FDB-F6D3-8C15-1F0D58EE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4609A-4B88-F442-7770-2B0FAC6EE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54406-E1A4-9E1E-4461-06656F7833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60B08-368C-1C9A-E851-27A91FE1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C3C1E-7459-3644-306E-0E4F63A11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33FB0-902B-9652-03F7-9F76609CA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782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C4CF2-3F1C-BE03-78A6-D31C85EA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5536A-E1F4-4482-903C-EDED9013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E259E-405B-83A9-920C-206639C3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43DA6-4E57-B0AC-5037-F8EB8CB9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047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13F6BC-AE42-3338-C842-3DEE6ACB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1E096-EBF6-BC75-9571-758F75B4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DF571-FEA9-EF18-EEA8-03742F8A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58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5C59-7B7B-CD92-4986-7830AC1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81A20-A1B2-EA76-B69B-F240796F8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8AC9E-76E4-1580-DAA3-EA7766395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60EA0-940E-2D32-A9F0-6F6A852AB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D92DE-6372-1BC8-E6DB-A4947624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7C63-EE24-8EF2-45B6-D322B402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48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BD9F-1349-6449-73EB-BFAF2F575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0013D5-B925-1BF2-8A0D-35F32AF10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EC7D8-A74B-964B-475C-CF04FB99A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E4F9B-BA4E-BAFE-0E4F-2D64222EE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E3F06-4ADD-2F89-274B-DCF5F8EC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310FA-1E27-2FCC-9EF2-F0E7E197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747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FB42E-3468-BC6F-B51C-831115621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B15F1-A20E-FED5-74A3-A9B2FC148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A1B52-B096-629C-7A30-53A2CB91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CEA9D-0CD3-D0C3-561C-9A238B7A0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7DE61-0D57-46C5-D18C-9B456CB8B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037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E6559D-7445-D0AA-654C-81898F569E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0E0C7-CA51-593B-4385-54D1BCA52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67CCD-B9AE-9212-EED9-3D045067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8ADDF-B6D9-C0F9-BFA3-3B7C24413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74A03-EA58-7B75-E76F-9573BE894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39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545FAD-6D78-C06C-E134-327BEE50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D79E8-10A1-8D6D-3236-2D3048920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E9D63-358D-F0E2-477A-D69036CF7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482AD-8BEF-438D-8FF6-B9E099A3902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D9FA4-3C20-6C61-D5B0-273C7CAC1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33279-434C-6FF4-0FFF-1DB77FD4E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2A241-5A7A-4245-926B-3B07ABCB5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40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B9B2E-7A07-130F-FA0E-1567B92EA919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SLIDE-001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32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01D630-BAB3-C44D-6088-4ADE4A9059D4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SLIDE-002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170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1BA05A-D4BF-47D9-D55F-9DD762DAF564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SLIDE-003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761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892633-4E17-A32C-D6EA-5153BB2D4FE5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SLIDE-004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28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4AB88-5E9F-DDE6-B603-A7C35F7BD526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SLIDE-005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53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CD61CC-508E-8751-2FE8-1E19ED1131E4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SLIDE-006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963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FDCAF-033C-78FB-D721-6EDE95C1DC3A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SLIDE-007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612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3C9D5B-8812-9DC8-443B-6F8F67467856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SLIDE-008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563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1C2D90-3FDD-C660-C3F2-0FDF757A0225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SLIDE-009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91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2C4D16-FEF3-5254-7461-6CCAF99F5173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SLIDE-010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982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E4D4E4-DA1E-7382-8205-4A70C5D81F7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SLIDE-011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686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7968CC-EF51-49DE-14E2-0CF1AFDB9E48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SLIDE-012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535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E360F4-3A0F-2765-9ABB-42925BFE68F2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SLIDE-013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76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09AAB1-B16C-5A08-EDA7-AF2638B7DDDA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SLIDE-014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633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D1C6E9-7539-C6E8-34A9-FEA2F0DCE599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SLIDE-015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672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2205A1-5717-ADD3-3C2C-581C2E16D53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SLIDE-016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417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E90B6E-C6B7-9F7F-C422-C835C711C9FA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SLIDE-017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17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D370C6-2024-64D8-4753-A97771333AD7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SLIDE-018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499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E59CF-CBA4-B714-2E0E-B54E3A2B3FD5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SLIDE-019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051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FEA96C-3345-672E-54EB-0B8D135FA2A3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SLIDE-020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771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A08FD0-3A26-6125-1CE4-77E9FDE1F1C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SLIDE-021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552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952640-AF5B-AD32-8517-D67E262D62A2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SLIDE-022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748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48C5D-82C9-214D-430A-88B88FACDDC4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SLIDE-023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215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1CDFB5-F00D-40E8-3607-F62E3AF94967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SLIDE-024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6388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B3F958-9782-E32A-C1BC-ED46656BB5B5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SLIDE-025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129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56E30C-AF42-86FB-F86D-EE6547CC233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SLIDE-026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343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682C3B-B5B6-3B68-0A75-FFBC214FD18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SLIDE-027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118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3D8BE4-BD92-251E-0135-781AEE99A065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SLIDE-028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836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57FD3-A7D8-9460-A9F7-7C35A070CD2D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SLIDE-029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49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721720-4F80-F4D9-8EF4-0216B0D264D7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SLIDE-030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392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5CCE93-C8CB-7BF5-80D6-49967341AFB1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SLIDE-031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158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822540-C8E5-D206-8A0F-223EC69F02D6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SLIDE-032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826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CB7260-30DC-C11E-A3F5-7D22B2950188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SLIDE-033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267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E8370E-35A3-B317-B4B2-48408DB966C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SLIDE-034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287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6E4D6C-68D5-B670-7407-568537D37F9C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SLIDE-035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408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653CC3-06DA-9E1D-0402-2CA5E24A2B92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SLIDE-036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988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3C0ED3-D847-4733-A838-D3F5BECC6EBC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SLIDE-037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891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5D1C19-FB14-958B-0CBF-A970E882AA8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SLIDE-038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681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D5C2DF-78B1-2E03-1781-7B6E470E7DA6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SLIDE-039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9293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54439E-CA6F-1702-9D0E-7D7879DEE884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SLIDE-040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153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BE66A7-4479-4C3B-1DC3-B47C79036090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SLIDE-041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1852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2B52D7-ECA0-109A-CBB5-CC40D72BE3AE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SLIDE-042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8130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4E8420-8A26-F745-025A-4E2300FED3EA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SLIDE-043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752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D41861-DCC8-A62C-88CB-EDC8C8885253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SLIDE-044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5987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A3324A-9C22-6C08-38A2-EAC9E754859A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SLIDE-045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2834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A2770-820F-5A28-4DAC-3987BA3122D2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SLIDE-046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3646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B3EC2B-D26E-363D-89B5-00DA93092236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SLIDE-047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1404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05682-F121-AB58-F60B-37609FFF8BA0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SLIDE-048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2160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8D03EE-2BC9-B7D7-13DC-BADFC3B9301D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SLIDE-049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766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12D0D9-CF55-14F2-C01A-B5D369EB767D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SLIDE-050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8326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B374C-A024-46ED-399A-007A9148884E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SLIDE-051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4483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7BC6EB-F0D1-211B-680A-C5FBA964E805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SLIDE-052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014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0C53C-9205-B189-4DBC-2E24F6010BA6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SLIDE-053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8241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8977-07F7-F24A-02C7-4DD24E0A610F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SLIDE-054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3511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F8262-E994-5F39-948B-3E7B8B6EAFCF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SLIDE-055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6798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C752B3-D471-7960-69A3-94EA89C7ACC1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SLIDE-056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8246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5AAFF0-059C-F9C8-E2F1-CE2DD6ADBB6C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SLIDE-057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7721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325816-2D41-513E-6EA3-5F0074480071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SLIDE-058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554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8AE5BA-3A17-9309-ABE7-051422280F97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SLIDE-059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3513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A98F70-F7FA-23AA-5CF7-DA97D61B26C1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SLIDE-060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8695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F7A45-ABCD-093E-E127-1CD65DA4D63C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SLIDE-061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7600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D1E927-E8B7-1871-88E3-C72C74AAFA60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SLIDE-062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6379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F18E5E-9271-CD04-815A-156CA66FBE9C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SLIDE-063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0286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4FC5E1-0BB6-2C7E-56A5-6BF8F18B5505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SLIDE-064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9614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AE0397-3A48-FDDC-9935-658A33313A7E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SLIDE-065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5567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E365D-AF94-0E37-E8A5-C546BED6C6FA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SLIDE-066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4616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12C6C4-25B5-95FB-6D62-86955A112424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SLIDE-067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8992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96FBBA-C8FE-8D6A-3CF5-21656CF27C3A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SLIDE-068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5269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A00609-4E40-F2F9-526A-ABA2BDF72E3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SLIDE-069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7285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CBCA94-4871-B5D1-0802-7D6ACB65E4BC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SLIDE-070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9149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3D6E7C-DFFF-3A64-2EE5-3AD9CA648D16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SLIDE-071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2790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5CC396-3508-3B6E-8C68-23CC445AD0D6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SLIDE-072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2693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BC1A71-399D-A40E-6A94-9D4B1AF734E3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SLIDE-073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0409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66372C-8196-EDC0-DC0D-CA6DEF36C565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SLIDE-074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8264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AD67E3-995B-2FEF-38D1-C0BDFC93F05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SLIDE-075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0336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095D73-ED7D-F2FB-3BD9-AEBB9E6D9DB8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SLIDE-076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7109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6A39D4-A559-B990-2FB9-CF0EC81685ED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SLIDE-077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48419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F1AF10-71AC-4B5F-AEBE-3B1C079016E7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SLIDE-078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6182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4A779A-2FA3-FCB8-AD14-EB59A641B16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SLIDE-079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1500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0D66A9-7939-B678-B102-D2531E330416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SLIDE-080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563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429F10-7199-586E-82FE-E1B91CD94EB0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SLIDE-081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0613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0276FB-D810-3282-C10B-FEE62EF5F80D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SLIDE-082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0173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DCCC72-D9DE-E51E-A25B-8B1769D94F89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SLIDE-083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45831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A1895A-EE9D-8BEA-EE6D-D95004C526B8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SLIDE-084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3806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35BF3-882A-738C-71E2-3615605B4492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SLIDE-085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9273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211962-7DC6-E604-ADDD-AA743FB913D8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SLIDE-086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2529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54D2E2-6DD5-8B6A-6C82-EDFFF81BE086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SLIDE-087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24730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901883-0A60-BCD4-1C52-B37A7293729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SLIDE-088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91847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5D0D7-38A5-D53B-4A4A-947F77CECBB4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SLIDE-089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6225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F136AA-57CB-A5F6-A7B3-543541F992FB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SLIDE-090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8832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03ED46-97CC-5A96-041B-23167B3299B7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SLIDE-091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94004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E9755-4263-4CEA-AF1D-D9CBA8DF0861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SLIDE-092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29375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E0049F-0DDC-AC08-32FF-5D1D76D0E76E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SLIDE-093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1177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2DB273-EE77-F747-A4CE-9806BD65E22A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SLIDE-094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7246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642D3D-A1DB-A3F9-0815-0221C5C36959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SLIDE-095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21914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91680-E895-4775-AFC9-F0AC91EA2FCE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SLIDE-096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9631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D0FF5-A471-39F0-FC08-263533189413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SLIDE-097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64305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13D9F3-B8AE-394E-CF43-A7D27CCE6109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SLIDE-098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7043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A7D1-539B-7CE6-8E30-C99320571BFF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SLIDE-099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00095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6A34C9-DB72-6310-3E1B-0B1C20843EEF}"/>
              </a:ext>
            </a:extLst>
          </p:cNvPr>
          <p:cNvSpPr txBox="1"/>
          <p:nvPr/>
        </p:nvSpPr>
        <p:spPr>
          <a:xfrm>
            <a:off x="508000" y="508000"/>
            <a:ext cx="812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SLIDE-100 ORCHID-742
Synthetic benchmark paragraph for deterministic local parsing.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102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100</Paragraphs>
  <Slides>100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Сурков</dc:creator>
  <cp:lastModifiedBy>Андрей Сурков</cp:lastModifiedBy>
  <cp:revision>1</cp:revision>
  <dcterms:created xsi:type="dcterms:W3CDTF">2026-08-07T11:53:38Z</dcterms:created>
  <dcterms:modified xsi:type="dcterms:W3CDTF">2026-08-07T11:53:40Z</dcterms:modified>
</cp:coreProperties>
</file>